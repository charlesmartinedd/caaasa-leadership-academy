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70107" y="1458962"/>
            <a:ext cx="5003786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Creator Lab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3810000" y="2322463"/>
            <a:ext cx="1524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772355" y="2614464"/>
            <a:ext cx="359928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0"/>
              </a:spcAft>
              <a:buNone/>
            </a:pPr>
            <a:r>
              <a:rPr lang="en-US" sz="24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Creativity Meets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936153" y="3474839"/>
            <a:ext cx="327169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CAAASA Leadership Academy x TRPEC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Welcome, Creators!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92392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215926"/>
            <a:ext cx="5842099" cy="1120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WiFi: [network] / Password: [password]</a:t>
            </a:r>
            <a:endParaRPr lang="en-US" sz="1600" dirty="0"/>
          </a:p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to join our Padlet</a:t>
            </a:r>
            <a:endParaRPr lang="en-US" sz="1600" dirty="0"/>
          </a:p>
          <a:p>
            <a:pPr algn="l"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you become an AI creator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77000" y="1215926"/>
            <a:ext cx="2031950" cy="20319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905568" y="2146102"/>
            <a:ext cx="11746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Padlet QR Code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AI, Really?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92392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215926"/>
            <a:ext cx="8128099" cy="115550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= software that learns patterns from data</a:t>
            </a:r>
            <a:endParaRPr lang="en-US" sz="1800" dirty="0"/>
          </a:p>
          <a:p>
            <a:pPr algn="l" marL="127000" indent="-127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predicts the next word, pixel, or note</a:t>
            </a:r>
            <a:endParaRPr lang="en-US" sz="1800" dirty="0"/>
          </a:p>
          <a:p>
            <a:pPr algn="l" marL="127000" indent="-1270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 tool like a calculator for creativity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7950" y="2803029"/>
            <a:ext cx="8128099" cy="593527"/>
          </a:xfrm>
          <a:prstGeom prst="roundRect">
            <a:avLst>
              <a:gd name="adj" fmla="val 17118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648" y="2980730"/>
            <a:ext cx="77727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doesn't think. It generates. YOU think.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81000"/>
            <a:ext cx="8290661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Everywhere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07950" y="92392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81000" y="1266825"/>
            <a:ext cx="1962150" cy="1060252"/>
          </a:xfrm>
          <a:prstGeom prst="roundRect">
            <a:avLst>
              <a:gd name="adj" fmla="val 9583"/>
            </a:avLst>
          </a:prstGeom>
          <a:noFill/>
          <a:ln w="19050">
            <a:solidFill>
              <a:srgbClr val="C9A22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6258" y="1489025"/>
            <a:ext cx="165163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Snapchat Filters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36258" y="1800076"/>
            <a:ext cx="165163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maps your face in real time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520851" y="1266825"/>
            <a:ext cx="1962299" cy="1060252"/>
          </a:xfrm>
          <a:prstGeom prst="roundRect">
            <a:avLst>
              <a:gd name="adj" fmla="val 9583"/>
            </a:avLst>
          </a:prstGeom>
          <a:noFill/>
          <a:ln w="19050">
            <a:solidFill>
              <a:srgbClr val="C9A22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676107" y="1489025"/>
            <a:ext cx="16517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 FYP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76107" y="1800076"/>
            <a:ext cx="165178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curates your feed based on watch time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660850" y="1266825"/>
            <a:ext cx="1962150" cy="1060252"/>
          </a:xfrm>
          <a:prstGeom prst="roundRect">
            <a:avLst>
              <a:gd name="adj" fmla="val 9583"/>
            </a:avLst>
          </a:prstGeom>
          <a:noFill/>
          <a:ln w="19050">
            <a:solidFill>
              <a:srgbClr val="C9A22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16108" y="1489025"/>
            <a:ext cx="165163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Discover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16108" y="1800076"/>
            <a:ext cx="16516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learns your music taste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00701" y="1266825"/>
            <a:ext cx="1962299" cy="1060252"/>
          </a:xfrm>
          <a:prstGeom prst="roundRect">
            <a:avLst>
              <a:gd name="adj" fmla="val 9583"/>
            </a:avLst>
          </a:prstGeom>
          <a:noFill/>
          <a:ln w="19050">
            <a:solidFill>
              <a:srgbClr val="C9A22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955957" y="1489025"/>
            <a:ext cx="16517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955957" y="1800076"/>
            <a:ext cx="16517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predicts your next word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87082" y="1338263"/>
            <a:ext cx="3569687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AI Needs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148804" y="2185988"/>
            <a:ext cx="6846391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generates. </a:t>
            </a:r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decide what matters.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723171" y="2976414"/>
            <a:ext cx="369765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human purpose, AI is just noise.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073536" y="3595539"/>
            <a:ext cx="299692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0"/>
              </a:spcBef>
              <a:buNone/>
            </a:pPr>
            <a:r>
              <a:rPr lang="en-US" sz="14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That's why we use a Creator Process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304800"/>
            <a:ext cx="829066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Creator Process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91000" y="78417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53901" y="1203127"/>
            <a:ext cx="1361777" cy="1371600"/>
          </a:xfrm>
          <a:prstGeom prst="roundRect">
            <a:avLst>
              <a:gd name="adj" fmla="val 67148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3841" y="1582489"/>
            <a:ext cx="201748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95468" y="2042815"/>
            <a:ext cx="8784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CHECK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14640" y="1741289"/>
            <a:ext cx="258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072580" y="1203127"/>
            <a:ext cx="1361629" cy="1371600"/>
          </a:xfrm>
          <a:prstGeom prst="roundRect">
            <a:avLst>
              <a:gd name="adj" fmla="val 67155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652521" y="1582489"/>
            <a:ext cx="201748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235058" y="2042815"/>
            <a:ext cx="10366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533171" y="1741289"/>
            <a:ext cx="258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891111" y="1203127"/>
            <a:ext cx="1361777" cy="1371600"/>
          </a:xfrm>
          <a:prstGeom prst="roundRect">
            <a:avLst>
              <a:gd name="adj" fmla="val 67148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471051" y="1582489"/>
            <a:ext cx="201748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090627" y="2042815"/>
            <a:ext cx="9627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51850" y="1741289"/>
            <a:ext cx="258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709791" y="1203127"/>
            <a:ext cx="1361629" cy="1371600"/>
          </a:xfrm>
          <a:prstGeom prst="roundRect">
            <a:avLst>
              <a:gd name="adj" fmla="val 67155"/>
            </a:avLst>
          </a:prstGeom>
          <a:solidFill>
            <a:srgbClr val="673D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89731" y="1582489"/>
            <a:ext cx="201748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89956" y="2042815"/>
            <a:ext cx="6012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70381" y="1741289"/>
            <a:ext cx="258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528322" y="1203127"/>
            <a:ext cx="1361777" cy="1371600"/>
          </a:xfrm>
          <a:prstGeom prst="roundRect">
            <a:avLst>
              <a:gd name="adj" fmla="val 67148"/>
            </a:avLst>
          </a:prstGeom>
          <a:solidFill>
            <a:srgbClr val="673D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8108262" y="1582489"/>
            <a:ext cx="201748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7921542" y="2042815"/>
            <a:ext cx="57518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IT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-91440" y="2904827"/>
            <a:ext cx="93268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spcAft>
                <a:spcPts val="400"/>
              </a:spcAft>
              <a:buNone/>
            </a:pPr>
            <a:r>
              <a:rPr lang="en-US" sz="14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Human-Centered Design  teen edition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-91440" y="3215878"/>
            <a:ext cx="932688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Stanford d.school's Design Thinking framework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558701" cy="558701"/>
          </a:xfrm>
          <a:prstGeom prst="roundRect">
            <a:avLst>
              <a:gd name="adj" fmla="val 163665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08059" y="472976"/>
            <a:ext cx="158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44352" y="430113"/>
            <a:ext cx="3546765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VIBE CHECK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1015752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307753"/>
            <a:ext cx="8290661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your audience?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7950" y="1863328"/>
            <a:ext cx="8128099" cy="1025426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old are they?</a:t>
            </a:r>
            <a:endParaRPr lang="en-US" sz="1700" dirty="0"/>
          </a:p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 they care about?</a:t>
            </a:r>
            <a:endParaRPr lang="en-US" sz="1700" dirty="0"/>
          </a:p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they hang out online?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31763" y="3269605"/>
            <a:ext cx="0" cy="463451"/>
          </a:xfrm>
          <a:prstGeom prst="line">
            <a:avLst/>
          </a:prstGeom>
          <a:noFill/>
          <a:ln w="476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726" y="3396555"/>
            <a:ext cx="78276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can't create something great if you don't know who it's for.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558701" cy="558701"/>
          </a:xfrm>
          <a:prstGeom prst="roundRect">
            <a:avLst>
              <a:gd name="adj" fmla="val 163665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08059" y="472976"/>
            <a:ext cx="158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44352" y="430113"/>
            <a:ext cx="3949503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THE PROBLEM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1015752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307753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message or feeling do you want to create?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7950" y="1834753"/>
            <a:ext cx="8128099" cy="1409551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people laugh?</a:t>
            </a:r>
            <a:endParaRPr lang="en-US" sz="1700" dirty="0"/>
          </a:p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something new?</a:t>
            </a:r>
            <a:endParaRPr lang="en-US" sz="1700" dirty="0"/>
          </a:p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Inspire action?</a:t>
            </a:r>
            <a:endParaRPr lang="en-US" sz="1700" dirty="0"/>
          </a:p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a story?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31763" y="3625155"/>
            <a:ext cx="0" cy="463451"/>
          </a:xfrm>
          <a:prstGeom prst="line">
            <a:avLst/>
          </a:prstGeom>
          <a:noFill/>
          <a:ln w="476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726" y="3752106"/>
            <a:ext cx="78276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creators start with PURPOSE, not tools.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558701" cy="558701"/>
          </a:xfrm>
          <a:prstGeom prst="roundRect">
            <a:avLst>
              <a:gd name="adj" fmla="val 163665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08059" y="472976"/>
            <a:ext cx="158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44352" y="430113"/>
            <a:ext cx="3761417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BRAINSTORM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1015752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307753"/>
            <a:ext cx="8290661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2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your idea BEFORE you open any tool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7950" y="1834753"/>
            <a:ext cx="8128099" cy="1025426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Creator Blueprint handout</a:t>
            </a:r>
            <a:endParaRPr lang="en-US" sz="1700" dirty="0"/>
          </a:p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Draw, write, doodle no wrong answers</a:t>
            </a:r>
            <a:endParaRPr lang="en-US" sz="1700" dirty="0"/>
          </a:p>
          <a:p>
            <a:pPr algn="l" marL="152400" indent="-1524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YOUR creative vision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07950" y="3241030"/>
            <a:ext cx="8128099" cy="571500"/>
          </a:xfrm>
          <a:prstGeom prst="roundRect">
            <a:avLst>
              <a:gd name="adj" fmla="val 17778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85648" y="3393430"/>
            <a:ext cx="777270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Pencil before pixel!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853875" y="822424"/>
            <a:ext cx="3436251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600"/>
              </a:spcAft>
              <a:buNone/>
            </a:pPr>
            <a:r>
              <a:rPr lang="en-US" sz="38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Handout Time!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289465" y="1587550"/>
            <a:ext cx="4565071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400"/>
              </a:spcAft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your Creator Blueprint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098602" y="2263825"/>
            <a:ext cx="2946648" cy="733425"/>
          </a:xfrm>
          <a:prstGeom prst="roundRect">
            <a:avLst>
              <a:gd name="adj" fmla="val 2077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535479" y="2416225"/>
            <a:ext cx="2072893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MINUTES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755702" y="3302050"/>
            <a:ext cx="3632448" cy="10188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Sections 1-3 on your handout</a:t>
            </a:r>
            <a:endParaRPr lang="en-US" sz="1600" dirty="0"/>
          </a:p>
          <a:p>
            <a:pPr algn="ctr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Sketch your idea in the brainstorm box</a:t>
            </a:r>
            <a:endParaRPr lang="en-US" sz="1600" dirty="0"/>
          </a:p>
          <a:p>
            <a:pPr algn="ctr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your Quest (Sound / Meme / Video)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279350"/>
            <a:ext cx="558701" cy="558701"/>
          </a:xfrm>
          <a:prstGeom prst="roundRect">
            <a:avLst>
              <a:gd name="adj" fmla="val 163665"/>
            </a:avLst>
          </a:prstGeom>
          <a:solidFill>
            <a:srgbClr val="673D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08059" y="396776"/>
            <a:ext cx="158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44352" y="382488"/>
            <a:ext cx="539513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BUILD IT  Choose Your Quest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07950" y="939552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81000" y="1180802"/>
            <a:ext cx="2658517" cy="1320552"/>
          </a:xfrm>
          <a:prstGeom prst="roundRect">
            <a:avLst>
              <a:gd name="adj" fmla="val 9617"/>
            </a:avLst>
          </a:prstGeom>
          <a:noFill/>
          <a:ln w="19050">
            <a:solidFill>
              <a:srgbClr val="C9A22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5101" y="1453753"/>
            <a:ext cx="231031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55101" y="1749028"/>
            <a:ext cx="23103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Creator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55101" y="2076004"/>
            <a:ext cx="2310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a song or beat with AI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42667" y="1180802"/>
            <a:ext cx="2658666" cy="1320552"/>
          </a:xfrm>
          <a:prstGeom prst="roundRect">
            <a:avLst>
              <a:gd name="adj" fmla="val 9617"/>
            </a:avLst>
          </a:prstGeom>
          <a:noFill/>
          <a:ln w="19050">
            <a:solidFill>
              <a:srgbClr val="C9A22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416766" y="1453753"/>
            <a:ext cx="231046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16766" y="1749028"/>
            <a:ext cx="2310467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Meme Machine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16766" y="2076004"/>
            <a:ext cx="23104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viral-worthy images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104483" y="1180802"/>
            <a:ext cx="2658517" cy="1320552"/>
          </a:xfrm>
          <a:prstGeom prst="roundRect">
            <a:avLst>
              <a:gd name="adj" fmla="val 9617"/>
            </a:avLst>
          </a:prstGeom>
          <a:noFill/>
          <a:ln w="19050">
            <a:solidFill>
              <a:srgbClr val="C9A22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278584" y="1453753"/>
            <a:ext cx="231031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78584" y="1749028"/>
            <a:ext cx="231031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Visionary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78584" y="2076004"/>
            <a:ext cx="23103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a short video with AI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-91440" y="2704505"/>
            <a:ext cx="93268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quest. You'll have 25 minutes to create!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1: Sound Creator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84132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05712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Suno AI  suno.com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498402"/>
            <a:ext cx="4267349" cy="860227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to suno.com and Create</a:t>
            </a:r>
            <a:endParaRPr lang="en-US" sz="15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your song (genre, mood, topic)</a:t>
            </a:r>
            <a:endParaRPr lang="en-US" sz="15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Generate, Listen, Iterate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80099" y="1498402"/>
            <a:ext cx="3555950" cy="1072902"/>
          </a:xfrm>
          <a:prstGeom prst="roundRect">
            <a:avLst>
              <a:gd name="adj" fmla="val 9470"/>
            </a:avLst>
          </a:prstGeom>
          <a:solidFill>
            <a:srgbClr val="243B5C"/>
          </a:solidFill>
          <a:ln w="19050">
            <a:solidFill>
              <a:srgbClr val="C9A22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276850" y="1695152"/>
            <a:ext cx="32256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TIP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76850" y="1942802"/>
            <a:ext cx="322569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"upbeat hip-hop song about graduating, confident vocals, 808 bass"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80099" y="2672804"/>
            <a:ext cx="362706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 = 5 songs/day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2: Meme Machine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84132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05712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 AI / Microsoft Designer / ChatGPT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498402"/>
            <a:ext cx="4267349" cy="118080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Canva.com or Designer.microsoft.com</a:t>
            </a:r>
            <a:endParaRPr lang="en-US" sz="15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image generator or Magic Design</a:t>
            </a:r>
            <a:endParaRPr lang="en-US" sz="15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text, adjust layout</a:t>
            </a:r>
            <a:endParaRPr lang="en-US" sz="15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as PNG/JPG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80099" y="1498402"/>
            <a:ext cx="3555950" cy="945952"/>
          </a:xfrm>
          <a:prstGeom prst="roundRect">
            <a:avLst>
              <a:gd name="adj" fmla="val 10741"/>
            </a:avLst>
          </a:prstGeom>
          <a:solidFill>
            <a:srgbClr val="243B5C"/>
          </a:solidFill>
          <a:ln w="19050">
            <a:solidFill>
              <a:srgbClr val="C9A22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276850" y="1695152"/>
            <a:ext cx="32256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TIP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76850" y="1942802"/>
            <a:ext cx="322569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"photorealistic image of a student studying with holographic notes floating around them"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 3: Video Visionary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84132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05712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 Video / CapCut Web / Clipchamp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498402"/>
            <a:ext cx="4267349" cy="1180802"/>
          </a:xfrm>
          <a:prstGeom prst="rect">
            <a:avLst/>
          </a:prstGeom>
          <a:noFill/>
          <a:ln/>
        </p:spPr>
        <p:txBody>
          <a:bodyPr wrap="square" lIns="127000" tIns="0" rIns="0" bIns="0" rtlCol="0" anchor="t"/>
          <a:lstStyle/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 or start blank</a:t>
            </a:r>
            <a:endParaRPr lang="en-US" sz="15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AI-generated images or stock footage</a:t>
            </a:r>
            <a:endParaRPr lang="en-US" sz="15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text overlays and transitions</a:t>
            </a:r>
            <a:endParaRPr lang="en-US" sz="1500" dirty="0"/>
          </a:p>
          <a:p>
            <a:pPr algn="l" marL="127000" indent="-1270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as MP4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80099" y="1498402"/>
            <a:ext cx="3555950" cy="945952"/>
          </a:xfrm>
          <a:prstGeom prst="roundRect">
            <a:avLst>
              <a:gd name="adj" fmla="val 10741"/>
            </a:avLst>
          </a:prstGeom>
          <a:solidFill>
            <a:srgbClr val="243B5C"/>
          </a:solidFill>
          <a:ln w="19050">
            <a:solidFill>
              <a:srgbClr val="C9A22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276850" y="1695152"/>
            <a:ext cx="322569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276850" y="1942802"/>
            <a:ext cx="322569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your storyboard sketch from the Creator Blueprint!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2793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Prompt Tips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76512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81000" y="980926"/>
            <a:ext cx="8382000" cy="580727"/>
          </a:xfrm>
          <a:prstGeom prst="roundRect">
            <a:avLst>
              <a:gd name="adj" fmla="val 13121"/>
            </a:avLst>
          </a:prstGeom>
          <a:solidFill>
            <a:srgbClr val="243B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04813" y="980926"/>
            <a:ext cx="0" cy="580727"/>
          </a:xfrm>
          <a:prstGeom prst="line">
            <a:avLst/>
          </a:prstGeom>
          <a:noFill/>
          <a:ln w="476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6326" y="1093440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33626" y="1166366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14276" y="1082427"/>
            <a:ext cx="76204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Specific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14276" y="1307753"/>
            <a:ext cx="76204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say "make a song." Say "upbeat pop song about summer, female vocals, 120 BPM"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81000" y="1663154"/>
            <a:ext cx="8382000" cy="580727"/>
          </a:xfrm>
          <a:prstGeom prst="roundRect">
            <a:avLst>
              <a:gd name="adj" fmla="val 13121"/>
            </a:avLst>
          </a:prstGeom>
          <a:solidFill>
            <a:srgbClr val="243B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04813" y="1663154"/>
            <a:ext cx="0" cy="580727"/>
          </a:xfrm>
          <a:prstGeom prst="line">
            <a:avLst/>
          </a:prstGeom>
          <a:noFill/>
          <a:ln w="476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6326" y="1775668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33626" y="1848594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114276" y="1764655"/>
            <a:ext cx="76204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Vibe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14276" y="1989981"/>
            <a:ext cx="76204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mood words: dreamy, energetic, dark, nostalgic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1000" y="2345382"/>
            <a:ext cx="8382000" cy="580727"/>
          </a:xfrm>
          <a:prstGeom prst="roundRect">
            <a:avLst>
              <a:gd name="adj" fmla="val 13121"/>
            </a:avLst>
          </a:prstGeom>
          <a:solidFill>
            <a:srgbClr val="243B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04813" y="2345382"/>
            <a:ext cx="0" cy="580727"/>
          </a:xfrm>
          <a:prstGeom prst="line">
            <a:avLst/>
          </a:prstGeom>
          <a:noFill/>
          <a:ln w="47625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326" y="2457896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33626" y="2530822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14276" y="2446883"/>
            <a:ext cx="76204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Constraints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14276" y="2672209"/>
            <a:ext cx="76204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"30-second video" or "square format for Instagram"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81000" y="3027611"/>
            <a:ext cx="8382000" cy="580727"/>
          </a:xfrm>
          <a:prstGeom prst="roundRect">
            <a:avLst>
              <a:gd name="adj" fmla="val 13121"/>
            </a:avLst>
          </a:prstGeom>
          <a:solidFill>
            <a:srgbClr val="243B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04813" y="3027611"/>
            <a:ext cx="0" cy="580727"/>
          </a:xfrm>
          <a:prstGeom prst="line">
            <a:avLst/>
          </a:prstGeom>
          <a:noFill/>
          <a:ln w="47625">
            <a:solidFill>
              <a:srgbClr val="C9A2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06326" y="3140125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33626" y="3213050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14276" y="3129111"/>
            <a:ext cx="76204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14276" y="3354437"/>
            <a:ext cx="76204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result not perfect? Tweak and regenerate!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81000" y="3709839"/>
            <a:ext cx="8382000" cy="580727"/>
          </a:xfrm>
          <a:prstGeom prst="roundRect">
            <a:avLst>
              <a:gd name="adj" fmla="val 13121"/>
            </a:avLst>
          </a:prstGeom>
          <a:solidFill>
            <a:srgbClr val="243B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04813" y="3709839"/>
            <a:ext cx="0" cy="580727"/>
          </a:xfrm>
          <a:prstGeom prst="line">
            <a:avLst/>
          </a:prstGeom>
          <a:noFill/>
          <a:ln w="47625">
            <a:solidFill>
              <a:srgbClr val="C9A2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6326" y="3822353"/>
            <a:ext cx="355550" cy="355550"/>
          </a:xfrm>
          <a:prstGeom prst="roundRect">
            <a:avLst>
              <a:gd name="adj" fmla="val 257179"/>
            </a:avLst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33626" y="3895279"/>
            <a:ext cx="100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114276" y="3811339"/>
            <a:ext cx="7620444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Remix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114276" y="4036665"/>
            <a:ext cx="762044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 outputs from different tools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558701" cy="558701"/>
          </a:xfrm>
          <a:prstGeom prst="roundRect">
            <a:avLst>
              <a:gd name="adj" fmla="val 163665"/>
            </a:avLst>
          </a:prstGeom>
          <a:solidFill>
            <a:srgbClr val="673DE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708059" y="472976"/>
            <a:ext cx="15848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44352" y="430113"/>
            <a:ext cx="2774382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5: DROP IT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7950" y="1015752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7950" y="1257002"/>
            <a:ext cx="5207198" cy="1076325"/>
          </a:xfrm>
          <a:prstGeom prst="rect">
            <a:avLst/>
          </a:prstGeom>
          <a:noFill/>
          <a:ln/>
        </p:spPr>
        <p:txBody>
          <a:bodyPr wrap="square" lIns="152400" tIns="0" rIns="0" bIns="0" rtlCol="0" anchor="t"/>
          <a:lstStyle/>
          <a:p>
            <a:pPr algn="l" marL="152400" indent="-1524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Save/download your creation</a:t>
            </a:r>
            <a:endParaRPr lang="en-US" sz="1700" dirty="0"/>
          </a:p>
          <a:p>
            <a:pPr algn="l" marL="152400" indent="-1524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it to our class Padlet</a:t>
            </a:r>
            <a:endParaRPr lang="en-US" sz="1700" dirty="0"/>
          </a:p>
          <a:p>
            <a:pPr algn="l" marL="152400" indent="-1524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your name and a 1-sentence description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350050" y="1257002"/>
            <a:ext cx="2031950" cy="20319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778618" y="2187178"/>
            <a:ext cx="117466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Padlet QR Code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-91440" y="3492103"/>
            <a:ext cx="932688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6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ready for the Gallery Walk!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290661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 Walk &amp; Feedback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07950" y="84132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7950" y="105712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View 3+ creations. Leave feedback using: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07950" y="1498402"/>
            <a:ext cx="8128099" cy="593527"/>
          </a:xfrm>
          <a:prstGeom prst="roundRect">
            <a:avLst>
              <a:gd name="adj" fmla="val 17118"/>
            </a:avLst>
          </a:prstGeom>
          <a:solidFill>
            <a:srgbClr val="2767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1851" y="1676102"/>
            <a:ext cx="77727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like... [something specific]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7950" y="2244328"/>
            <a:ext cx="8128099" cy="593527"/>
          </a:xfrm>
          <a:prstGeom prst="roundRect">
            <a:avLst>
              <a:gd name="adj" fmla="val 17118"/>
            </a:avLst>
          </a:prstGeom>
          <a:solidFill>
            <a:srgbClr val="2B4C7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1851" y="2422029"/>
            <a:ext cx="77727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wonder... [a question about their choices]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7950" y="2990255"/>
            <a:ext cx="8128099" cy="593527"/>
          </a:xfrm>
          <a:prstGeom prst="roundRect">
            <a:avLst>
              <a:gd name="adj" fmla="val 17118"/>
            </a:avLst>
          </a:prstGeom>
          <a:solidFill>
            <a:srgbClr val="553C9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61851" y="3167955"/>
            <a:ext cx="77727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if... [a remix or extension idea]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-91440" y="3761482"/>
            <a:ext cx="93268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400"/>
              </a:spcBef>
              <a:buNone/>
            </a:pPr>
            <a:r>
              <a:rPr lang="en-US" sz="14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is a gift  give it with purpose.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253901"/>
            <a:ext cx="829066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Power Check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26669" y="733276"/>
            <a:ext cx="829066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Questions Every Creator Should Ask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191000" y="1047601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1288852"/>
            <a:ext cx="8128099" cy="803225"/>
          </a:xfrm>
          <a:prstGeom prst="roundRect">
            <a:avLst>
              <a:gd name="adj" fmla="val 12649"/>
            </a:avLst>
          </a:prstGeom>
          <a:solidFill>
            <a:srgbClr val="243B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536525" y="1288852"/>
            <a:ext cx="0" cy="803225"/>
          </a:xfrm>
          <a:prstGeom prst="line">
            <a:avLst/>
          </a:prstGeom>
          <a:noFill/>
          <a:ln w="571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9001" y="1441252"/>
            <a:ext cx="771441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19001" y="1730127"/>
            <a:ext cx="77144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I have permission to use this content/likeness?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7950" y="2244477"/>
            <a:ext cx="8128099" cy="803225"/>
          </a:xfrm>
          <a:prstGeom prst="roundRect">
            <a:avLst>
              <a:gd name="adj" fmla="val 12649"/>
            </a:avLst>
          </a:prstGeom>
          <a:solidFill>
            <a:srgbClr val="243B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536525" y="2244477"/>
            <a:ext cx="0" cy="803225"/>
          </a:xfrm>
          <a:prstGeom prst="line">
            <a:avLst/>
          </a:prstGeom>
          <a:noFill/>
          <a:ln w="571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9001" y="2396877"/>
            <a:ext cx="771441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9001" y="2685752"/>
            <a:ext cx="77144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Could this hurt someone, even if I didn't mean to?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950" y="3200102"/>
            <a:ext cx="8128099" cy="803225"/>
          </a:xfrm>
          <a:prstGeom prst="roundRect">
            <a:avLst>
              <a:gd name="adj" fmla="val 12649"/>
            </a:avLst>
          </a:prstGeom>
          <a:solidFill>
            <a:srgbClr val="243B5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36525" y="3200102"/>
            <a:ext cx="0" cy="803225"/>
          </a:xfrm>
          <a:prstGeom prst="line">
            <a:avLst/>
          </a:prstGeom>
          <a:noFill/>
          <a:ln w="5715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9001" y="3352502"/>
            <a:ext cx="771441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 IT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9001" y="3641378"/>
            <a:ext cx="77144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would I feel if someone made this about ME?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-91440" y="4130278"/>
            <a:ext cx="93268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0"/>
              </a:spcBef>
              <a:buNone/>
            </a:pPr>
            <a:r>
              <a:rPr lang="en-US" sz="14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great tools comes great responsibility.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669" y="304800"/>
            <a:ext cx="829066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Are a Creator Now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91000" y="80962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62000" y="1101626"/>
            <a:ext cx="3886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95400" y="1144488"/>
            <a:ext cx="722833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Check</a:t>
            </a:r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Know your audience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2000" y="1571476"/>
            <a:ext cx="3886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295400" y="1614339"/>
            <a:ext cx="722833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Define your purpose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62000" y="2041327"/>
            <a:ext cx="3886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5400" y="2084189"/>
            <a:ext cx="722833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Brainstorm</a:t>
            </a:r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Sketch before you build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62000" y="2511177"/>
            <a:ext cx="3886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295400" y="2554039"/>
            <a:ext cx="722833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It</a:t>
            </a:r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AI as your creative partner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62000" y="2981027"/>
            <a:ext cx="3886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295400" y="3023890"/>
            <a:ext cx="722833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It</a:t>
            </a:r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Share, get feedback, iterate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-91440" y="3577828"/>
            <a:ext cx="93268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0"/>
              </a:spcBef>
              <a:buNone/>
            </a:pPr>
            <a:r>
              <a:rPr lang="en-US" sz="14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process works for school, business, art  anything.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8290661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Creating!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7950" y="860375"/>
            <a:ext cx="762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507950" y="1547664"/>
            <a:ext cx="8128099" cy="0"/>
          </a:xfrm>
          <a:prstGeom prst="line">
            <a:avLst/>
          </a:prstGeom>
          <a:noFill/>
          <a:ln w="9525">
            <a:solidFill>
              <a:srgbClr val="2D4A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7950" y="1228576"/>
            <a:ext cx="168214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Suno AI </a:t>
            </a:r>
            <a:pPr algn="l" indent="0" marL="0">
              <a:buNone/>
            </a:pPr>
            <a:r>
              <a:rPr lang="en-US" sz="16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suno.com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7950" y="2074664"/>
            <a:ext cx="8128099" cy="0"/>
          </a:xfrm>
          <a:prstGeom prst="line">
            <a:avLst/>
          </a:prstGeom>
          <a:noFill/>
          <a:ln w="9525">
            <a:solidFill>
              <a:srgbClr val="2D4A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7950" y="1755577"/>
            <a:ext cx="165877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 </a:t>
            </a:r>
            <a:pPr algn="l" indent="0" marL="0">
              <a:buNone/>
            </a:pPr>
            <a:r>
              <a:rPr lang="en-US" sz="16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canva.com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07950" y="2601664"/>
            <a:ext cx="8128099" cy="0"/>
          </a:xfrm>
          <a:prstGeom prst="line">
            <a:avLst/>
          </a:prstGeom>
          <a:noFill/>
          <a:ln w="9525">
            <a:solidFill>
              <a:srgbClr val="2D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7950" y="2282577"/>
            <a:ext cx="391580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Designer </a:t>
            </a:r>
            <a:pPr algn="l" indent="0" marL="0">
              <a:buNone/>
            </a:pPr>
            <a:r>
              <a:rPr lang="en-US" sz="16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designer.microsoft.com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07950" y="3128665"/>
            <a:ext cx="8128099" cy="0"/>
          </a:xfrm>
          <a:prstGeom prst="line">
            <a:avLst/>
          </a:prstGeom>
          <a:noFill/>
          <a:ln w="9525">
            <a:solidFill>
              <a:srgbClr val="2D4A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950" y="2809577"/>
            <a:ext cx="181998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CapCut </a:t>
            </a:r>
            <a:pPr algn="l" indent="0" marL="0">
              <a:buNone/>
            </a:pPr>
            <a:r>
              <a:rPr lang="en-US" sz="16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capcut.com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07950" y="3655665"/>
            <a:ext cx="8128099" cy="0"/>
          </a:xfrm>
          <a:prstGeom prst="line">
            <a:avLst/>
          </a:prstGeom>
          <a:noFill/>
          <a:ln w="9525">
            <a:solidFill>
              <a:srgbClr val="2D4A7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950" y="3336578"/>
            <a:ext cx="241870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Clipchamp </a:t>
            </a:r>
            <a:pPr algn="l" indent="0" marL="0">
              <a:buNone/>
            </a:pPr>
            <a:r>
              <a:rPr lang="en-US" sz="16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clipchamp.com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7950" y="4182666"/>
            <a:ext cx="8128099" cy="0"/>
          </a:xfrm>
          <a:prstGeom prst="line">
            <a:avLst/>
          </a:prstGeom>
          <a:noFill/>
          <a:ln w="9525">
            <a:solidFill>
              <a:srgbClr val="2D4A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7950" y="3863578"/>
            <a:ext cx="2046631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</a:t>
            </a:r>
            <a:pPr algn="l" indent="0" marL="0">
              <a:buNone/>
            </a:pPr>
            <a:r>
              <a:rPr lang="en-US" sz="1600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chatgpt.com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-91440" y="4390579"/>
            <a:ext cx="93268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tools have free tiers  keep experimenting!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16041" y="1087487"/>
            <a:ext cx="2911918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42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3810000" y="1859012"/>
            <a:ext cx="1524000" cy="38100"/>
          </a:xfrm>
          <a:prstGeom prst="rect">
            <a:avLst/>
          </a:prstGeom>
          <a:solidFill>
            <a:srgbClr val="C9A22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467989" y="2151013"/>
            <a:ext cx="4207874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24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CAAASA Leadership Academy x TRPEC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710508" y="2722513"/>
            <a:ext cx="17229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Website: [URL]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710508" y="3008263"/>
            <a:ext cx="17229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Email: [contact email]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710508" y="3294013"/>
            <a:ext cx="172298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Social: @[handles]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83287" y="3884563"/>
            <a:ext cx="357727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400"/>
              </a:spcBef>
              <a:buNone/>
            </a:pPr>
            <a:r>
              <a:rPr lang="en-US" sz="1200" i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 with love for the next generation of creators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Creator Lab</dc:title>
  <dc:subject>PptxGenJS Presentation</dc:subject>
  <dc:creator>CAAASA Leadership Academy x TRPEC</dc:creator>
  <cp:lastModifiedBy>CAAASA Leadership Academy x TRPEC</cp:lastModifiedBy>
  <cp:revision>1</cp:revision>
  <dcterms:created xsi:type="dcterms:W3CDTF">2026-03-01T21:26:49Z</dcterms:created>
  <dcterms:modified xsi:type="dcterms:W3CDTF">2026-03-01T21:26:49Z</dcterms:modified>
</cp:coreProperties>
</file>