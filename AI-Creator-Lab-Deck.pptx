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70107" y="1458962"/>
            <a:ext cx="500378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Creator Lab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3810000" y="2322463"/>
            <a:ext cx="1524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72355" y="2614464"/>
            <a:ext cx="359928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400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Creativity Meets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36153" y="3474839"/>
            <a:ext cx="32716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CAAASA Leadership Academy x TRPEC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Welcome, Creators!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923925"/>
            <a:ext cx="762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215926"/>
            <a:ext cx="5842099" cy="1120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WiFi: [network] / Password: [password]</a:t>
            </a:r>
            <a:endParaRPr lang="en-US" sz="1600" dirty="0"/>
          </a:p>
          <a:p>
            <a:pPr algn="l"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the QR code to join our Padlet</a:t>
            </a:r>
            <a:endParaRPr lang="en-US" sz="1600" dirty="0"/>
          </a:p>
          <a:p>
            <a:pPr algn="l"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become an AI creator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77000" y="1215926"/>
            <a:ext cx="2031950" cy="20319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05568" y="2146102"/>
            <a:ext cx="11746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Padlet QR Code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AI, Really?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923925"/>
            <a:ext cx="762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215926"/>
            <a:ext cx="8128099" cy="11555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= software that learns patterns from data</a:t>
            </a:r>
            <a:endParaRPr lang="en-US" sz="1800" dirty="0"/>
          </a:p>
          <a:p>
            <a:pPr algn="l" marL="127000" indent="-127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predicts the next word, pixel, or note</a:t>
            </a:r>
            <a:endParaRPr lang="en-US" sz="1800" dirty="0"/>
          </a:p>
          <a:p>
            <a:pPr algn="l" marL="127000" indent="-1270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tool like a calculator for creativity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2803029"/>
            <a:ext cx="8128099" cy="593527"/>
          </a:xfrm>
          <a:prstGeom prst="roundRect">
            <a:avLst>
              <a:gd name="adj" fmla="val 17118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48" y="2980730"/>
            <a:ext cx="77727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doesn't think. It generates. YOU think.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810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Everywhere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923925"/>
            <a:ext cx="762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1266825"/>
            <a:ext cx="1962150" cy="1060252"/>
          </a:xfrm>
          <a:prstGeom prst="roundRect">
            <a:avLst>
              <a:gd name="adj" fmla="val 9583"/>
            </a:avLst>
          </a:prstGeom>
          <a:noFill/>
          <a:ln w="19050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6258" y="1489025"/>
            <a:ext cx="16516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Snapchat Filters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6258" y="1800076"/>
            <a:ext cx="16516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maps your face in real 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20851" y="1266825"/>
            <a:ext cx="1962299" cy="1060252"/>
          </a:xfrm>
          <a:prstGeom prst="roundRect">
            <a:avLst>
              <a:gd name="adj" fmla="val 9583"/>
            </a:avLst>
          </a:prstGeom>
          <a:noFill/>
          <a:ln w="19050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76107" y="1489025"/>
            <a:ext cx="16517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FYP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76107" y="1800076"/>
            <a:ext cx="16517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curates your feed based on watch time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0850" y="1266825"/>
            <a:ext cx="1962150" cy="1060252"/>
          </a:xfrm>
          <a:prstGeom prst="roundRect">
            <a:avLst>
              <a:gd name="adj" fmla="val 9583"/>
            </a:avLst>
          </a:prstGeom>
          <a:noFill/>
          <a:ln w="19050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6108" y="1489025"/>
            <a:ext cx="16516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Discover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16108" y="1800076"/>
            <a:ext cx="16516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learns your music taste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00701" y="1266825"/>
            <a:ext cx="1962299" cy="1060252"/>
          </a:xfrm>
          <a:prstGeom prst="roundRect">
            <a:avLst>
              <a:gd name="adj" fmla="val 9583"/>
            </a:avLst>
          </a:prstGeom>
          <a:noFill/>
          <a:ln w="19050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955957" y="1489025"/>
            <a:ext cx="16517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Autocomplete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55957" y="1800076"/>
            <a:ext cx="1651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predicts your next word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87082" y="1338263"/>
            <a:ext cx="356968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AI Needs YOU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48804" y="2185988"/>
            <a:ext cx="684639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generates. </a:t>
            </a:r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decide what matters.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23171" y="2976414"/>
            <a:ext cx="369765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human purpose, AI is just noise.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73536" y="3595539"/>
            <a:ext cx="29969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0"/>
              </a:spcBef>
              <a:buNone/>
            </a:pPr>
            <a:r>
              <a:rPr lang="en-US" sz="1400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why we use a Creator Process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3048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Creator Process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91000" y="784175"/>
            <a:ext cx="762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3901" y="1203127"/>
            <a:ext cx="1361777" cy="1371600"/>
          </a:xfrm>
          <a:prstGeom prst="roundRect">
            <a:avLst>
              <a:gd name="adj" fmla="val 67148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3841" y="1582489"/>
            <a:ext cx="20174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95468" y="2042815"/>
            <a:ext cx="8784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CHECK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14640" y="1741289"/>
            <a:ext cx="258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72580" y="1203127"/>
            <a:ext cx="1361629" cy="1371600"/>
          </a:xfrm>
          <a:prstGeom prst="roundRect">
            <a:avLst>
              <a:gd name="adj" fmla="val 67155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52521" y="1582489"/>
            <a:ext cx="20174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35058" y="2042815"/>
            <a:ext cx="10366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33171" y="1741289"/>
            <a:ext cx="258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91111" y="1203127"/>
            <a:ext cx="1361777" cy="1371600"/>
          </a:xfrm>
          <a:prstGeom prst="roundRect">
            <a:avLst>
              <a:gd name="adj" fmla="val 67148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71051" y="1582489"/>
            <a:ext cx="20174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090627" y="2042815"/>
            <a:ext cx="9627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51850" y="1741289"/>
            <a:ext cx="258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709791" y="1203127"/>
            <a:ext cx="1361629" cy="1371600"/>
          </a:xfrm>
          <a:prstGeom prst="roundRect">
            <a:avLst>
              <a:gd name="adj" fmla="val 67155"/>
            </a:avLst>
          </a:prstGeom>
          <a:solidFill>
            <a:srgbClr val="673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89731" y="1582489"/>
            <a:ext cx="20174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89956" y="2042815"/>
            <a:ext cx="6012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70381" y="1741289"/>
            <a:ext cx="25897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528322" y="1203127"/>
            <a:ext cx="1361777" cy="1371600"/>
          </a:xfrm>
          <a:prstGeom prst="roundRect">
            <a:avLst>
              <a:gd name="adj" fmla="val 67148"/>
            </a:avLst>
          </a:prstGeom>
          <a:solidFill>
            <a:srgbClr val="673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108262" y="1582489"/>
            <a:ext cx="20174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921542" y="2042815"/>
            <a:ext cx="5751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-91440" y="2904827"/>
            <a:ext cx="93268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Human-Centered Design  teen edition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-91440" y="3215878"/>
            <a:ext cx="93268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Stanford d.school's Design Thinking framework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08059" y="472976"/>
            <a:ext cx="1584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44352" y="430113"/>
            <a:ext cx="354676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VIBE CHECK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1015752"/>
            <a:ext cx="762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307753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your audience?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7950" y="1863328"/>
            <a:ext cx="8128099" cy="1025426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old are they?</a:t>
            </a:r>
            <a:endParaRPr lang="en-US" sz="17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they care about?</a:t>
            </a:r>
            <a:endParaRPr lang="en-US" sz="17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they hang out online?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1763" y="3269605"/>
            <a:ext cx="0" cy="463451"/>
          </a:xfrm>
          <a:prstGeom prst="line">
            <a:avLst/>
          </a:prstGeom>
          <a:noFill/>
          <a:ln w="47625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726" y="3396555"/>
            <a:ext cx="78276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create something great if you don't know who it's for.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08059" y="472976"/>
            <a:ext cx="1584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44352" y="430113"/>
            <a:ext cx="3949503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THE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1015752"/>
            <a:ext cx="762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307753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message or feeling do you want to create?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1834753"/>
            <a:ext cx="8128099" cy="1409551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people laugh?</a:t>
            </a:r>
            <a:endParaRPr lang="en-US" sz="17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something new?</a:t>
            </a:r>
            <a:endParaRPr lang="en-US" sz="17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Inspire action?</a:t>
            </a:r>
            <a:endParaRPr lang="en-US" sz="17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a story?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31763" y="3625155"/>
            <a:ext cx="0" cy="463451"/>
          </a:xfrm>
          <a:prstGeom prst="line">
            <a:avLst/>
          </a:prstGeom>
          <a:noFill/>
          <a:ln w="47625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726" y="3752106"/>
            <a:ext cx="78276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creators start with PURPOSE, not tools.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08059" y="472976"/>
            <a:ext cx="1584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44352" y="430113"/>
            <a:ext cx="376141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BRAINSTORM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1015752"/>
            <a:ext cx="762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307753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your idea BEFORE you open any tool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7950" y="1834753"/>
            <a:ext cx="8128099" cy="1025426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Creator Blueprint handout</a:t>
            </a:r>
            <a:endParaRPr lang="en-US" sz="17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Draw, write, doodle no wrong answers</a:t>
            </a:r>
            <a:endParaRPr lang="en-US" sz="1700" dirty="0"/>
          </a:p>
          <a:p>
            <a:pPr algn="l" marL="152400" indent="-152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YOUR creative vision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7950" y="3241030"/>
            <a:ext cx="8128099" cy="571500"/>
          </a:xfrm>
          <a:prstGeom prst="roundRect">
            <a:avLst>
              <a:gd name="adj" fmla="val 17778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648" y="3393430"/>
            <a:ext cx="77727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Pencil before pixel!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3875" y="822424"/>
            <a:ext cx="343625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8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Handout Time!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2289465" y="1587550"/>
            <a:ext cx="456507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your Creator Blueprint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098602" y="2263825"/>
            <a:ext cx="2946648" cy="733425"/>
          </a:xfrm>
          <a:prstGeom prst="roundRect">
            <a:avLst>
              <a:gd name="adj" fmla="val 20779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35479" y="2416225"/>
            <a:ext cx="207289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MINUTES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55702" y="3302050"/>
            <a:ext cx="3632448" cy="1018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Sections 1-3 on your handout</a:t>
            </a:r>
            <a:endParaRPr lang="en-US" sz="1600" dirty="0"/>
          </a:p>
          <a:p>
            <a:pPr algn="ct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Sketch your idea in the brainstorm box</a:t>
            </a:r>
            <a:endParaRPr lang="en-US" sz="1600" dirty="0"/>
          </a:p>
          <a:p>
            <a:pPr algn="ctr"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Quest (Sound / Meme / Video)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7935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673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08059" y="396776"/>
            <a:ext cx="1584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44352" y="382488"/>
            <a:ext cx="539513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BUILD IT  Choose Your Quest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939552"/>
            <a:ext cx="762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000" y="1180802"/>
            <a:ext cx="2658517" cy="1320552"/>
          </a:xfrm>
          <a:prstGeom prst="roundRect">
            <a:avLst>
              <a:gd name="adj" fmla="val 9617"/>
            </a:avLst>
          </a:prstGeom>
          <a:noFill/>
          <a:ln w="19050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5101" y="1453753"/>
            <a:ext cx="23103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5101" y="1749028"/>
            <a:ext cx="23103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Creator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5101" y="2076004"/>
            <a:ext cx="23103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song or beat with 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2667" y="1180802"/>
            <a:ext cx="2658666" cy="1320552"/>
          </a:xfrm>
          <a:prstGeom prst="roundRect">
            <a:avLst>
              <a:gd name="adj" fmla="val 9617"/>
            </a:avLst>
          </a:prstGeom>
          <a:noFill/>
          <a:ln w="19050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16766" y="1453753"/>
            <a:ext cx="231046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16766" y="1749028"/>
            <a:ext cx="23104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Meme Machine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16766" y="2076004"/>
            <a:ext cx="23104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viral-worthy images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04483" y="1180802"/>
            <a:ext cx="2658517" cy="1320552"/>
          </a:xfrm>
          <a:prstGeom prst="roundRect">
            <a:avLst>
              <a:gd name="adj" fmla="val 9617"/>
            </a:avLst>
          </a:prstGeom>
          <a:noFill/>
          <a:ln w="19050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78584" y="1453753"/>
            <a:ext cx="231031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 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78584" y="1749028"/>
            <a:ext cx="23103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Visionary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78584" y="2076004"/>
            <a:ext cx="23103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a short video with 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-91440" y="2704505"/>
            <a:ext cx="93268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quest. You'll have 25 minutes to create!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 1: Sound Creator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841325"/>
            <a:ext cx="762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057126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Suno AI  suno.com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498402"/>
            <a:ext cx="4267349" cy="86022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suno.com and Create</a:t>
            </a:r>
            <a:endParaRPr lang="en-US" sz="15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your song (genre, mood, topic)</a:t>
            </a:r>
            <a:endParaRPr lang="en-US" sz="15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Generate, Listen, Iterate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80099" y="1498402"/>
            <a:ext cx="3555950" cy="1225302"/>
          </a:xfrm>
          <a:prstGeom prst="roundRect">
            <a:avLst>
              <a:gd name="adj" fmla="val 8292"/>
            </a:avLst>
          </a:prstGeom>
          <a:solidFill>
            <a:srgbClr val="243B5C"/>
          </a:solidFill>
          <a:ln w="19050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76850" y="1695152"/>
            <a:ext cx="32256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76850" y="1942802"/>
            <a:ext cx="322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"upbeat hip-hop anthem about a young African American man graduating, confident vocals, 808 bass, celebratory vibe"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80099" y="2825204"/>
            <a:ext cx="36270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 = 5 songs/day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 2: Meme Machine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841325"/>
            <a:ext cx="762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057126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 AI / Microsoft Designer / ChatGPT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498402"/>
            <a:ext cx="4267349" cy="11808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Canva.com or Designer.microsoft.com</a:t>
            </a:r>
            <a:endParaRPr lang="en-US" sz="15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image generator or Magic Design</a:t>
            </a:r>
            <a:endParaRPr lang="en-US" sz="15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text, adjust layout</a:t>
            </a:r>
            <a:endParaRPr lang="en-US" sz="15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as PNG/JPG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80099" y="1498402"/>
            <a:ext cx="3555950" cy="1098352"/>
          </a:xfrm>
          <a:prstGeom prst="roundRect">
            <a:avLst>
              <a:gd name="adj" fmla="val 9250"/>
            </a:avLst>
          </a:prstGeom>
          <a:solidFill>
            <a:srgbClr val="243B5C"/>
          </a:solidFill>
          <a:ln w="19050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76850" y="1695152"/>
            <a:ext cx="32256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76850" y="1942802"/>
            <a:ext cx="3225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"photorealistic image of an African American woman studying with holographic notes floating around her, futuristic library setting"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 3: Video Visionary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841325"/>
            <a:ext cx="762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057126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 Video / CapCut Web / Clipchamp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498402"/>
            <a:ext cx="4267349" cy="11808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template or start blank</a:t>
            </a:r>
            <a:endParaRPr lang="en-US" sz="15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AI-generated images or stock footage</a:t>
            </a:r>
            <a:endParaRPr lang="en-US" sz="15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text overlays and transitions</a:t>
            </a:r>
            <a:endParaRPr lang="en-US" sz="15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as MP4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80099" y="1498402"/>
            <a:ext cx="3555950" cy="1250752"/>
          </a:xfrm>
          <a:prstGeom prst="roundRect">
            <a:avLst>
              <a:gd name="adj" fmla="val 8123"/>
            </a:avLst>
          </a:prstGeom>
          <a:solidFill>
            <a:srgbClr val="243B5C"/>
          </a:solidFill>
          <a:ln w="19050">
            <a:solidFill>
              <a:srgbClr val="C9A22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76850" y="1695152"/>
            <a:ext cx="32256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76850" y="1942802"/>
            <a:ext cx="322569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your storyboard sketch from the Creator Blueprint! Search stock footage for "African American students" or "Black excellence" to find representative clips.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793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Prompt Tips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765125"/>
            <a:ext cx="762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980926"/>
            <a:ext cx="8382000" cy="733127"/>
          </a:xfrm>
          <a:prstGeom prst="roundRect">
            <a:avLst>
              <a:gd name="adj" fmla="val 10394"/>
            </a:avLst>
          </a:prstGeom>
          <a:solidFill>
            <a:srgbClr val="243B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4813" y="980926"/>
            <a:ext cx="0" cy="733127"/>
          </a:xfrm>
          <a:prstGeom prst="line">
            <a:avLst/>
          </a:prstGeom>
          <a:noFill/>
          <a:ln w="47625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6326" y="116964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3626" y="1242566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4276" y="1082427"/>
            <a:ext cx="76204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4276" y="1307753"/>
            <a:ext cx="76204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say "make a song." Say "upbeat R&amp;B song about an African American woman chasing her dreams, soulful vocals, 90 BPM"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1000" y="1815554"/>
            <a:ext cx="8382000" cy="580727"/>
          </a:xfrm>
          <a:prstGeom prst="roundRect">
            <a:avLst>
              <a:gd name="adj" fmla="val 13121"/>
            </a:avLst>
          </a:prstGeom>
          <a:solidFill>
            <a:srgbClr val="243B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04813" y="1815554"/>
            <a:ext cx="0" cy="580727"/>
          </a:xfrm>
          <a:prstGeom prst="line">
            <a:avLst/>
          </a:prstGeom>
          <a:noFill/>
          <a:ln w="47625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326" y="192806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3626" y="2000994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4276" y="1917055"/>
            <a:ext cx="76204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Vibe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4276" y="2142381"/>
            <a:ext cx="76204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mood words: dreamy, energetic, dark, nostalgic, empowering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1000" y="2497782"/>
            <a:ext cx="8382000" cy="580727"/>
          </a:xfrm>
          <a:prstGeom prst="roundRect">
            <a:avLst>
              <a:gd name="adj" fmla="val 13121"/>
            </a:avLst>
          </a:prstGeom>
          <a:solidFill>
            <a:srgbClr val="243B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4813" y="2497782"/>
            <a:ext cx="0" cy="580727"/>
          </a:xfrm>
          <a:prstGeom prst="line">
            <a:avLst/>
          </a:prstGeom>
          <a:noFill/>
          <a:ln w="47625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326" y="2610296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33626" y="2683222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4276" y="2599283"/>
            <a:ext cx="76204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Constraints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4276" y="2824609"/>
            <a:ext cx="76204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"30-second video" or "square format for Instagram"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1000" y="3180011"/>
            <a:ext cx="8382000" cy="580727"/>
          </a:xfrm>
          <a:prstGeom prst="roundRect">
            <a:avLst>
              <a:gd name="adj" fmla="val 13121"/>
            </a:avLst>
          </a:prstGeom>
          <a:solidFill>
            <a:srgbClr val="243B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04813" y="3180011"/>
            <a:ext cx="0" cy="580727"/>
          </a:xfrm>
          <a:prstGeom prst="line">
            <a:avLst/>
          </a:prstGeom>
          <a:noFill/>
          <a:ln w="47625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326" y="329252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3626" y="3365450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4276" y="3281511"/>
            <a:ext cx="76204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14276" y="3506837"/>
            <a:ext cx="76204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result not perfect? Tweak and regenerate!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1000" y="3862239"/>
            <a:ext cx="8382000" cy="580727"/>
          </a:xfrm>
          <a:prstGeom prst="roundRect">
            <a:avLst>
              <a:gd name="adj" fmla="val 13121"/>
            </a:avLst>
          </a:prstGeom>
          <a:solidFill>
            <a:srgbClr val="243B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04813" y="3862239"/>
            <a:ext cx="0" cy="580727"/>
          </a:xfrm>
          <a:prstGeom prst="line">
            <a:avLst/>
          </a:prstGeom>
          <a:noFill/>
          <a:ln w="47625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6326" y="397475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33626" y="4047679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14276" y="3963739"/>
            <a:ext cx="76204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Remix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14276" y="4189065"/>
            <a:ext cx="76204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outputs from different tools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673D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08059" y="472976"/>
            <a:ext cx="15848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44352" y="430113"/>
            <a:ext cx="27743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DROP 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1015752"/>
            <a:ext cx="762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7950" y="1257002"/>
            <a:ext cx="5207198" cy="1076325"/>
          </a:xfrm>
          <a:prstGeom prst="rect">
            <a:avLst/>
          </a:prstGeom>
          <a:noFill/>
          <a:ln/>
        </p:spPr>
        <p:txBody>
          <a:bodyPr wrap="square" lIns="152400" tIns="0" rIns="0" bIns="0" rtlCol="0" anchor="t"/>
          <a:lstStyle/>
          <a:p>
            <a:pPr algn="l" marL="152400" indent="-1524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Save/download your creation</a:t>
            </a:r>
            <a:endParaRPr lang="en-US" sz="1700" dirty="0"/>
          </a:p>
          <a:p>
            <a:pPr algn="l" marL="152400" indent="-1524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it to our class Padlet</a:t>
            </a:r>
            <a:endParaRPr lang="en-US" sz="1700" dirty="0"/>
          </a:p>
          <a:p>
            <a:pPr algn="l" marL="152400" indent="-1524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name and a 1-sentence description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50050" y="1257002"/>
            <a:ext cx="2031950" cy="20319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78618" y="2187178"/>
            <a:ext cx="11746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Padlet QR Code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-91440" y="3492103"/>
            <a:ext cx="93268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1600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ready for the Gallery Walk!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 Walk &amp; Feedback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841325"/>
            <a:ext cx="762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057126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around. View 3+ creations. Leave feedback using: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498402"/>
            <a:ext cx="8128099" cy="593527"/>
          </a:xfrm>
          <a:prstGeom prst="roundRect">
            <a:avLst>
              <a:gd name="adj" fmla="val 17118"/>
            </a:avLst>
          </a:prstGeom>
          <a:solidFill>
            <a:srgbClr val="2767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1851" y="1676102"/>
            <a:ext cx="77727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like... [something specific]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2244328"/>
            <a:ext cx="8128099" cy="593527"/>
          </a:xfrm>
          <a:prstGeom prst="roundRect">
            <a:avLst>
              <a:gd name="adj" fmla="val 17118"/>
            </a:avLst>
          </a:prstGeom>
          <a:solidFill>
            <a:srgbClr val="2B4C7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1851" y="2422029"/>
            <a:ext cx="77727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wonder... [a question about their choices]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950" y="2990255"/>
            <a:ext cx="8128099" cy="593527"/>
          </a:xfrm>
          <a:prstGeom prst="roundRect">
            <a:avLst>
              <a:gd name="adj" fmla="val 17118"/>
            </a:avLst>
          </a:prstGeom>
          <a:solidFill>
            <a:srgbClr val="553C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1851" y="3167955"/>
            <a:ext cx="77727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if... [a remix or extension idea]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-91440" y="3761482"/>
            <a:ext cx="93268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400"/>
              </a:spcBef>
              <a:buNone/>
            </a:pPr>
            <a:r>
              <a:rPr lang="en-US" sz="1400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is a gift  give it with purpose.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253901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Power Check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26669" y="733276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Questions Every Creator Should Ask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91000" y="1047601"/>
            <a:ext cx="762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288852"/>
            <a:ext cx="8128099" cy="803225"/>
          </a:xfrm>
          <a:prstGeom prst="roundRect">
            <a:avLst>
              <a:gd name="adj" fmla="val 12649"/>
            </a:avLst>
          </a:prstGeom>
          <a:solidFill>
            <a:srgbClr val="243B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6525" y="1288852"/>
            <a:ext cx="0" cy="803225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9001" y="1441252"/>
            <a:ext cx="77144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9001" y="1730127"/>
            <a:ext cx="77144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 have permission to use this content/likeness?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950" y="2244477"/>
            <a:ext cx="8128099" cy="803225"/>
          </a:xfrm>
          <a:prstGeom prst="roundRect">
            <a:avLst>
              <a:gd name="adj" fmla="val 12649"/>
            </a:avLst>
          </a:prstGeom>
          <a:solidFill>
            <a:srgbClr val="243B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6525" y="2244477"/>
            <a:ext cx="0" cy="803225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001" y="2396877"/>
            <a:ext cx="77144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9001" y="2685752"/>
            <a:ext cx="77144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Could this hurt someone, even if I didn't mean to?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950" y="3200102"/>
            <a:ext cx="8128099" cy="803225"/>
          </a:xfrm>
          <a:prstGeom prst="roundRect">
            <a:avLst>
              <a:gd name="adj" fmla="val 12649"/>
            </a:avLst>
          </a:prstGeom>
          <a:solidFill>
            <a:srgbClr val="243B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6525" y="3200102"/>
            <a:ext cx="0" cy="803225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001" y="3352502"/>
            <a:ext cx="771441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9001" y="3641378"/>
            <a:ext cx="77144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would I feel if someone made this about ME?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-91440" y="4130278"/>
            <a:ext cx="93268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great tools comes great responsibility.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30480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a Creator Now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191000" y="809625"/>
            <a:ext cx="762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101626"/>
            <a:ext cx="3886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95400" y="1144488"/>
            <a:ext cx="722833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Check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Know your audience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2000" y="1571476"/>
            <a:ext cx="3886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95400" y="1614339"/>
            <a:ext cx="722833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Define your purpose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62000" y="2041327"/>
            <a:ext cx="3886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95400" y="2084189"/>
            <a:ext cx="722833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Sketch before you build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2000" y="2511177"/>
            <a:ext cx="3886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95400" y="2554039"/>
            <a:ext cx="722833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 AI as your creative partner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62000" y="2981027"/>
            <a:ext cx="3886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95400" y="3023890"/>
            <a:ext cx="722833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It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Share, get feedback, iterate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-91440" y="3577828"/>
            <a:ext cx="93268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400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process works for school, business, art  anything.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55550"/>
            <a:ext cx="829066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Creating!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7950" y="860375"/>
            <a:ext cx="762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07950" y="1547664"/>
            <a:ext cx="8128099" cy="0"/>
          </a:xfrm>
          <a:prstGeom prst="line">
            <a:avLst/>
          </a:prstGeom>
          <a:noFill/>
          <a:ln w="9525">
            <a:solidFill>
              <a:srgbClr val="2D4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7950" y="1228576"/>
            <a:ext cx="168214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Suno AI </a:t>
            </a:r>
            <a:pPr algn="l"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suno.com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7950" y="2074664"/>
            <a:ext cx="8128099" cy="0"/>
          </a:xfrm>
          <a:prstGeom prst="line">
            <a:avLst/>
          </a:prstGeom>
          <a:noFill/>
          <a:ln w="9525">
            <a:solidFill>
              <a:srgbClr val="2D4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950" y="1755577"/>
            <a:ext cx="165877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 </a:t>
            </a:r>
            <a:pPr algn="l"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canva.com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7950" y="2601664"/>
            <a:ext cx="8128099" cy="0"/>
          </a:xfrm>
          <a:prstGeom prst="line">
            <a:avLst/>
          </a:prstGeom>
          <a:noFill/>
          <a:ln w="9525">
            <a:solidFill>
              <a:srgbClr val="2D4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950" y="2282577"/>
            <a:ext cx="391580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Designer </a:t>
            </a:r>
            <a:pPr algn="l"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designer.microsoft.com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7950" y="3128665"/>
            <a:ext cx="8128099" cy="0"/>
          </a:xfrm>
          <a:prstGeom prst="line">
            <a:avLst/>
          </a:prstGeom>
          <a:noFill/>
          <a:ln w="9525">
            <a:solidFill>
              <a:srgbClr val="2D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950" y="2809577"/>
            <a:ext cx="18199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CapCut </a:t>
            </a:r>
            <a:pPr algn="l"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capcut.com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7950" y="3655665"/>
            <a:ext cx="8128099" cy="0"/>
          </a:xfrm>
          <a:prstGeom prst="line">
            <a:avLst/>
          </a:prstGeom>
          <a:noFill/>
          <a:ln w="9525">
            <a:solidFill>
              <a:srgbClr val="2D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950" y="3336578"/>
            <a:ext cx="241870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Clipchamp </a:t>
            </a:r>
            <a:pPr algn="l"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clipchamp.com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7950" y="4182666"/>
            <a:ext cx="8128099" cy="0"/>
          </a:xfrm>
          <a:prstGeom prst="line">
            <a:avLst/>
          </a:prstGeom>
          <a:noFill/>
          <a:ln w="9525">
            <a:solidFill>
              <a:srgbClr val="2D4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950" y="3863578"/>
            <a:ext cx="204663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</a:t>
            </a:r>
            <a:pPr algn="l"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chatgpt.com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-91440" y="4390579"/>
            <a:ext cx="93268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tools have free tiers  keep experimenting!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16041" y="1087487"/>
            <a:ext cx="291191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810000" y="1859012"/>
            <a:ext cx="1524000" cy="38100"/>
          </a:xfrm>
          <a:prstGeom prst="rect">
            <a:avLst/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67989" y="2151013"/>
            <a:ext cx="42078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CAAASA Leadership Academy x TRPEC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710508" y="2722513"/>
            <a:ext cx="17229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Website: [URL]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10508" y="3008263"/>
            <a:ext cx="17229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[contact email]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10508" y="3294013"/>
            <a:ext cx="17229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Social: @[handles]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83287" y="3884563"/>
            <a:ext cx="35772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buNone/>
            </a:pPr>
            <a:r>
              <a:rPr lang="en-US" sz="1200" i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with love for the next generation of creators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Creator Lab</dc:title>
  <dc:subject>PptxGenJS Presentation</dc:subject>
  <dc:creator>CAAASA Leadership Academy x TRPEC</dc:creator>
  <cp:lastModifiedBy>CAAASA Leadership Academy x TRPEC</cp:lastModifiedBy>
  <cp:revision>1</cp:revision>
  <dcterms:created xsi:type="dcterms:W3CDTF">2026-03-01T21:35:01Z</dcterms:created>
  <dcterms:modified xsi:type="dcterms:W3CDTF">2026-03-01T21:35:01Z</dcterms:modified>
</cp:coreProperties>
</file>